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  <p:sldId id="257" r:id="rId8"/>
    <p:sldId id="25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2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69D5D31-B2BA-66CF-EF67-FAB208AAA7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302CAF-E1F9-0AD3-036C-C42F3B815B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3ECE8-31BF-4915-8E5C-07975FCFAF5E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BBDB00-A0A5-5916-C380-F6826FA34E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F532EB-2869-0D4A-2D84-5D0D28BA87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ED769-3CE0-4860-AE1D-DD71879645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36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59DA3-3CB6-C915-5A2A-53ACE53B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34209-CB96-DB80-6938-8C327669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99D738-757C-A544-6B7B-31608731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51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58850-111C-56C1-0A73-FB715D74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44A165-29CF-75F7-828F-D15D4E96B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53AA5-A9A6-A422-87A5-632664F7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93EF1E-6C40-C9D3-2A28-10038B91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0405B-6108-69FA-0F62-42103253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70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7EC4F-8242-9E77-5A68-21A45832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6E9116-155E-4EF7-300C-E700D4785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F1137A-C3FB-1A35-4586-D44502A5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5DCD3-29AE-74E3-2209-7243385B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B3D7A-A0B5-B026-A8DF-63485533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6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3F814-62C1-A938-1D3B-FD43346F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94485-7396-2267-3D23-2C7B0726B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8B2CE2-D2ED-5489-52CE-7C5D2C4AB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6F7614-ED18-A984-8F74-F61B85E8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EE2EC8-8381-917E-0B81-E56DE35B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180C58-B833-AFE2-FA57-8171A6E0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36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D5C88-12D4-6F2F-A522-4059345D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731ED-5051-6D22-F9F5-02EDAAB33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AA3CB-4ACC-C2C7-0251-7EC22EC54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128995-4E94-6F30-A68B-0F5318BE1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CCF86A-A9B7-AEB4-6013-8EBB37B39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4C97D0-43D6-8A44-D6AE-7FCD4112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0F5E0F-5AA5-E909-68B4-26C01E2A9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88B353-E6B9-226F-6F4A-E5466977A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8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78782-7921-718D-AAE5-20B3BAE0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3ECA6A-8958-92B0-59EF-C5744E0F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5B39E7-6771-8463-65C1-FB178BCA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C80848-3417-A942-0780-44C9878C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98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56959F-DA71-B5DE-428C-0C302BEE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B9A501-05C3-3D05-BFD4-2F7ADB5D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3BF65F-D1BA-A029-F2C1-1E8559FC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299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0F9F7-6D9C-067B-BAAD-67442179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1E05BE-7989-9CD0-188C-D60556CDE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AE5C57-2DFA-FE75-4952-C8D8F424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35BBEE-799A-1A8F-55C3-584DBD0E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C9AFF4-CEEB-6088-A493-6478DA01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56EC7-5B25-25EF-096A-E69BB3ED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52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B54F1-14D8-42A8-0C15-8225F7715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4EDAFB-8AD9-684C-491F-563CE43FF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C87AE0-B5A0-6F9C-405D-7CAC5FA5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894161-DEE7-34D5-0E0D-FDDB41E3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CA64ED-2730-3769-0E55-D796FD86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DFCEE3-3F98-1E82-04A7-E6ED5C3F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0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436BD-C4E6-70A3-CAAA-BE30E3AD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20D55F-1503-55AA-018F-CEF5C3EAF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938A59-8874-6CD5-49F1-AE0FD10E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417C4-8DEC-A704-929A-CD932D02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7421F-E17B-C715-FFB0-AB4EEA04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66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239632-D6A7-8B44-DA61-95E84214C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A9A047-6556-9BFB-EB8E-4D913DD8D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8EDF4C-4E9B-8A09-FA83-007919B1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D8F14B-4B1B-3EB2-0299-1BC196A3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26DC6-9ADB-A15F-1B8E-CFDE3450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7421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4F4D01-E7B6-3B4B-99ED-CEA99BA12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CDC792-249F-21A0-2767-983665A21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28175F-F98D-4D5C-9A01-E3B9A0DEF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34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apple-system-a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324D47-8109-B621-0DA4-F76E6299615A}"/>
              </a:ext>
            </a:extLst>
          </p:cNvPr>
          <p:cNvSpPr/>
          <p:nvPr/>
        </p:nvSpPr>
        <p:spPr>
          <a:xfrm>
            <a:off x="0" y="0"/>
            <a:ext cx="12192000" cy="2493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63759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《FPC-RD 科技资讯》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生成日期: 2026-06-02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苹果推进新一代系统开发并规划端侧 AI 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08080"/>
                </a:solidFill>
              </a:defRPr>
            </a:pPr>
            <a:r>
              <a:t>专题: Apple  |  来源: 测试来源  |  时间: 2026-06-02  |  热度: ⭐⭐⭐⭐</a:t>
            </a:r>
          </a:p>
          <a:p>
            <a:pPr>
              <a:spcAft>
                <a:spcPts val="400"/>
              </a:spcAft>
              <a:defRPr sz="900" b="0">
                <a:solidFill>
                  <a:srgbClr val="646464"/>
                </a:solidFill>
              </a:defRPr>
            </a:pPr>
            <a:r>
              <a:t>抓取概况: Jina全文 0 | 网页直连 0 | 摘要兜底 0</a:t>
            </a:r>
          </a:p>
          <a:p>
            <a:pPr>
              <a:spcAft>
                <a:spcPts val="400"/>
              </a:spcAft>
              <a:defRPr sz="1000" b="1">
                <a:solidFill>
                  <a:srgbClr val="C06600"/>
                </a:solidFill>
              </a:defRPr>
            </a:pPr>
            <a:r>
              <a:t>注意: 详细新闻标题软复核：测试样例已保留正文但标记为待人工复查。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【事件核心】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苹果已确认推进新一代系统开发，涉及 iOS、macOS 与端侧 AI 功能规划，属于测试新闻正文。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【深度细节/数据支撑】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该条包含参数、时间、来源与研发节奏等信息，用于验证详细页不会被清空。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【行业深远影响】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该事件可能影响消费电子软件生态、端侧 AI 功能导入和供应链节奏。</a:t>
            </a:r>
          </a:p>
          <a:p>
            <a:pPr>
              <a:spcAft>
                <a:spcPts val="600"/>
              </a:spcAft>
              <a:defRPr sz="1100" b="0">
                <a:solidFill>
                  <a:srgbClr val="0070C0"/>
                </a:solidFill>
              </a:defRPr>
            </a:pPr>
            <a:r>
              <a:rPr>
                <a:hlinkClick r:id="rId2"/>
              </a:rPr>
              <a:t>🔗 溯源查证: 点击查看原文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等线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wz zhao</dc:creator>
  <cp:lastModifiedBy>wz zhao</cp:lastModifiedBy>
  <cp:revision>5</cp:revision>
  <dcterms:created xsi:type="dcterms:W3CDTF">2026-03-12T07:24:02Z</dcterms:created>
  <dcterms:modified xsi:type="dcterms:W3CDTF">2026-04-15T02:27:39Z</dcterms:modified>
</cp:coreProperties>
</file>