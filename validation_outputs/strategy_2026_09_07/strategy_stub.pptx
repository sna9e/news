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icrosoft.com/DEMO-onl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icrosoft.com/DEMO-onl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3366"/>
                </a:solidFill>
              </a:defRPr>
            </a:pPr>
            <a:r>
              <a:t>全球科技趋势与头部企业战略动态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3366"/>
                </a:solidFill>
              </a:defRPr>
            </a:pPr>
            <a:r>
              <a:t>资本投入与未来科技趋势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08760"/>
                <a:gridCol w="685800"/>
                <a:gridCol w="1508760"/>
                <a:gridCol w="868680"/>
                <a:gridCol w="2514600"/>
              </a:tblGrid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季度资本支出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同比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全年指引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指引修订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主要流向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Microsoft</a:t>
                      </a:r>
                      <a:br/>
                      <a:r>
                        <a:t>（微软）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rPr>
                          <a:hlinkClick r:id="rId2"/>
                        </a:rPr>
                        <a:t>DEMO资本支出$30 billion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Alphabet</a:t>
                      </a:r>
                      <a:br/>
                      <a:r>
                        <a:t>（谷歌母公司）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Amazon</a:t>
                      </a:r>
                      <a:br/>
                      <a:r>
                        <a:t>（亚马逊）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210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CapEx（资本支出）：现金支出与含融资租赁口径不能直接排名。数值链接至官方原文。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Microsoft: 季末2026-06-30 / 含融资租赁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62856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AI算力：本期证据不足，暂不评级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8032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ASIC（专用集成电路）：本期证据不足，暂不评级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93208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HBM（高带宽存储器）/先进封装：本期证据不足，暂不评级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58384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高速光互连：本期证据不足，暂不评级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数据中心供电与散热：本期证据不足，暂不评级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88736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具身智能/机器人：本期证据不足，暂不评级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53912"/>
            <a:ext cx="8229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AI眼镜/增强现实：本期证据不足，暂不评级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3366"/>
                </a:solidFill>
              </a:defRPr>
            </a:pPr>
            <a:r>
              <a:t>全球科技趋势与头部企业战略动态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003366"/>
                </a:solidFill>
              </a:defRPr>
            </a:pPr>
            <a:r>
              <a:t>七姐妹近期战略动作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423160"/>
                <a:gridCol w="1234440"/>
                <a:gridCol w="1051560"/>
                <a:gridCol w="2377440"/>
              </a:tblGrid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近期最重要动作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关键数据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技术方向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1">
                          <a:solidFill>
                            <a:srgbClr val="003366"/>
                          </a:solidFill>
                        </a:defRPr>
                      </a:pPr>
                      <a:r>
                        <a:t>未来意义（条件判断）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NVIDIA</a:t>
                      </a:r>
                      <a:br/>
                      <a:r>
                        <a:t>（英伟达）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Microsoft</a:t>
                      </a:r>
                      <a:br/>
                      <a:r>
                        <a:t>（微软）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Alphabet</a:t>
                      </a:r>
                      <a:br/>
                      <a:r>
                        <a:t>（谷歌母公司）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Amazon</a:t>
                      </a:r>
                      <a:br/>
                      <a:r>
                        <a:t>（亚马逊）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Apple</a:t>
                      </a:r>
                      <a:br/>
                      <a:r>
                        <a:t>（苹果）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Tesla</a:t>
                      </a:r>
                      <a:br/>
                      <a:r>
                        <a:t>（特斯拉）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近期无重大新增信号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100" b="0">
                          <a:solidFill>
                            <a:srgbClr val="202020"/>
                          </a:solidFill>
                        </a:defRPr>
                      </a:pPr>
                      <a:r>
                        <a:t>暂无可靠数据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202020"/>
                </a:solidFill>
              </a:defRPr>
            </a:pPr>
            <a:r>
              <a:t>〔媒体〕媒体报道，尚未获得官方确认。无新增信号不代表业务停滞。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DEMO：技术战略排版测试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Microsoft  |  来源: DEMO  |  时间: 2026-09-07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这是一条仅用于本地排版验证的演示新闻。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演示数据不代表公司实际公告。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不得将演示数据用于投资判断。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