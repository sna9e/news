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《FPC-RD 科技资讯》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生成日期: 2026-06-05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C06600"/>
                </a:solidFill>
              </a:defRPr>
            </a:pPr>
            <a:r>
              <a:t>★ [06月01日] Apple发布端侧AI计划 (Apple Newsroom)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苹果发布端侧AI计划，重点面向iPhone和Mac设备提供本地模型能力，公开材料显示该动作将影响系统体验、芯片算力需求和开发者应用适配节奏。</a:t>
            </a:r>
          </a:p>
          <a:p>
            <a:pPr>
              <a:spcAft>
                <a:spcPts val="800"/>
              </a:spcAft>
              <a:defRPr sz="1000">
                <a:solidFill>
                  <a:srgbClr val="7C2D12"/>
                </a:solidFill>
              </a:defRPr>
            </a:pPr>
            <a:r>
              <a:t>  ↳ 详见后文：《苹果端侧AI计划推动设备体验升级》</a:t>
            </a:r>
          </a:p>
          <a:p>
            <a:pPr>
              <a:spcAft>
                <a:spcPts val="200"/>
              </a:spcAft>
              <a:defRPr sz="1400"/>
            </a:pPr>
            <a:r>
              <a:t>[06月01日] iPhone供应链备货调整 (供应链日报)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供应链消息称苹果调整新一代iPhone备货节奏，相关材料指向摄像头、显示模组和主板环节订单变化，直接影响上游零部件厂商排产安排。</a:t>
            </a:r>
          </a:p>
          <a:p>
            <a:pPr>
              <a:spcAft>
                <a:spcPts val="200"/>
              </a:spcAft>
              <a:defRPr sz="1400" b="1">
                <a:solidFill>
                  <a:srgbClr val="0F766E"/>
                </a:solidFill>
              </a:defRPr>
            </a:pPr>
            <a:r>
              <a:t>◆ [06月02日] Mac芯片路线更新 (Developer News)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苹果更新Mac芯片路线，公开信息显示新平台聚焦能效、图形性能和AI推理能力，可能推动高端笔记本换机需求并改变开发者优化重点。</a:t>
            </a:r>
          </a:p>
          <a:p>
            <a:pPr>
              <a:spcAft>
                <a:spcPts val="500"/>
              </a:spcAft>
              <a:defRPr sz="1000">
                <a:solidFill>
                  <a:srgbClr val="0F766E"/>
                </a:solidFill>
              </a:defRPr>
            </a:pPr>
            <a:r>
              <a:t>  ↳ 历史追踪: 首次记录 05月20日 / 累计 2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/>
            </a:pPr>
            <a:r>
              <a:t>[06月02日] Vision Pro渠道调整 (Retail Watch)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公开材料暂未披露更多细节。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苹果端侧AI计划推动设备体验升级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808080"/>
                </a:solidFill>
              </a:defRPr>
            </a:pPr>
            <a:r>
              <a:t>专题: Apple  |  来源: Apple Newsroom  |  时间: 06月01日  |  热度: ⭐⭐⭐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【事件核心】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【深度细节/数据支撑】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【行业深远影响】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