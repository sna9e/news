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pple.com/newsroom/apple-ai" TargetMode="External"/><Relationship Id="rId3" Type="http://schemas.openxmlformats.org/officeDocument/2006/relationships/hyperlink" Target="https://example.com/apple-supply-chain" TargetMode="External"/><Relationship Id="rId4" Type="http://schemas.openxmlformats.org/officeDocument/2006/relationships/hyperlink" Target="https://example.com/apple-mac-chi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apple-vision-pr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⏱️ Apple - 核心时间线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06600"/>
                </a:solidFill>
              </a:defRPr>
            </a:pPr>
            <a:r>
              <a:t>★ [06月01日] Apple发布端侧AI计划 (Apple Newsroom)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在6月发布端侧AI计划，重点面向iPhone和Mac提供本地模型能力。该计划覆盖系统体验、开发者接口和设备端推理场景。报道提到芯片算力、隐私处理和应用适配会成为落地重点。该动作将影响系统升级节奏，并促使供应链和开发者调整测试与适配安排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2"/>
              </a:rPr>
              <a:t>点击查看原文</a:t>
            </a:r>
          </a:p>
          <a:p>
            <a:pPr>
              <a:spcAft>
                <a:spcPts val="800"/>
              </a:spcAft>
              <a:defRPr sz="1000">
                <a:solidFill>
                  <a:srgbClr val="C06600"/>
                </a:solidFill>
              </a:defRPr>
            </a:pPr>
            <a:r>
              <a:t>  ↳ 详见后文：详细新闻 1《苹果端侧AI计划推动设备体验升级》</a:t>
            </a:r>
          </a:p>
          <a:p>
            <a:pPr>
              <a:spcAft>
                <a:spcPts val="200"/>
              </a:spcAft>
              <a:defRPr sz="1400"/>
            </a:pPr>
            <a:r>
              <a:t>[06月01日] iPhone供应链备货调整 (供应链日报)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供应链消息称苹果调整新一代iPhone备货节奏，涉及摄像头、显示模组和主板环节。现有信息指向部分零部件订单节奏变化，但未披露具体数量。该变化会影响上游厂商排产、库存和交付安排。备货调整有助于匹配新品发布前后的需求预期，并减少发布初期供需错配风险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3"/>
              </a:rPr>
              <a:t>点击查看原文</a:t>
            </a:r>
          </a:p>
          <a:p>
            <a:pPr>
              <a:spcAft>
                <a:spcPts val="200"/>
              </a:spcAft>
              <a:defRPr sz="1400" b="1">
                <a:solidFill>
                  <a:srgbClr val="0F766E"/>
                </a:solidFill>
              </a:defRPr>
            </a:pPr>
            <a:r>
              <a:t>◆ [06月02日] Mac芯片路线更新 (Developer News)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更新Mac芯片路线，新平台聚焦能效、图形性能和AI推理能力。材料提到高端笔记本和桌面设备会优先采用该平台。该路线会改变开发者对本地推理、图形渲染和续航的优化重点，并影响专业软件的验证计划。新芯片也将强化Mac硬件差异化，后续节点取决于具体机型发布安排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4"/>
              </a:rPr>
              <a:t>点击查看原文</a:t>
            </a:r>
          </a:p>
          <a:p>
            <a:pPr>
              <a:spcAft>
                <a:spcPts val="500"/>
              </a:spcAft>
              <a:defRPr sz="1000">
                <a:solidFill>
                  <a:srgbClr val="0F766E"/>
                </a:solidFill>
              </a:defRPr>
            </a:pPr>
            <a:r>
              <a:t>  ↳ 历史追踪: 首次记录 05月20日 / 累计 2 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⏱️ Apple - 核心时间线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/>
            </a:pPr>
            <a:r>
              <a:t>[06月02日] Vision Pro渠道调整 (Retail Watch)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苹果在6月调整Vision Pro渠道安排，相关动作涉及线下展示、零售培训和重点市场覆盖。报道没有披露具体门店数量，但指向体验式销售资源重新分配。渠道调整会影响消费者试用路径，也会改变开发者和内容合作方观察设备需求的节奏。后续销售表现将影响苹果对空间计算硬件的资源投入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2"/>
              </a:rPr>
              <a:t>点击查看原文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苹果端侧AI计划推动设备体验升级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Apple  |  来源: Apple Newsroom  |  时间: 06月01日  |  热度: 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