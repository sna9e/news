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《FPC-RD 科技资讯》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生成日期: 2026-06-05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C06600"/>
                </a:solidFill>
              </a:defRPr>
            </a:pPr>
            <a:r>
              <a:t>★ [06月01日] Apple发布端侧AI计划 (Apple Newsroom)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苹果发布端侧AI计划，重点面向iPhone和Mac提供本地模型能力。公开材料显示，该计划覆盖系统体验、开发者接口和设备端推理场景。报道提到芯片算力、隐私处理和应用适配会成为落地重点。该动作将影响后续系统升级节奏，也会提高终端硬件对AI能力的配置要求。供应链和开发者需要据此调整测试与适配安排。</a:t>
            </a:r>
          </a:p>
          <a:p>
            <a:pPr>
              <a:spcAft>
                <a:spcPts val="800"/>
              </a:spcAft>
              <a:defRPr sz="1000">
                <a:solidFill>
                  <a:srgbClr val="7C2D12"/>
                </a:solidFill>
              </a:defRPr>
            </a:pPr>
            <a:r>
              <a:t>  ↳ 详见后文：《苹果端侧AI计划推动设备体验升级》</a:t>
            </a:r>
          </a:p>
          <a:p>
            <a:pPr>
              <a:spcAft>
                <a:spcPts val="200"/>
              </a:spcAft>
              <a:defRPr sz="1400"/>
            </a:pPr>
            <a:r>
              <a:t>[06月01日] iPhone供应链备货调整 (供应链日报)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供应链消息称苹果调整新一代iPhone备货节奏，涉及摄像头、显示模组和主板环节。公开材料指向部分零部件订单节奏变化，但未披露具体数量。该变化会影响上游厂商排产、库存和交付安排。对苹果而言，备货调整有助于匹配新品发布前后的需求预期，并减少发布初期供需错配风险。供应链企业需要根据后续订单确认生产窗口。</a:t>
            </a:r>
          </a:p>
          <a:p>
            <a:pPr>
              <a:spcAft>
                <a:spcPts val="200"/>
              </a:spcAft>
              <a:defRPr sz="1400" b="1">
                <a:solidFill>
                  <a:srgbClr val="0F766E"/>
                </a:solidFill>
              </a:defRPr>
            </a:pPr>
            <a:r>
              <a:t>◆ [06月02日] Mac芯片路线更新 (Developer News)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苹果更新Mac芯片路线，公开信息显示新平台聚焦能效、图形性能和AI推理能力。材料提到高端笔记本和桌面设备会优先受益。该路线会改变开发者对本地推理、图形渲染和电池续航的优化重点，并影响专业软件生态的性能验证计划。对硬件业务而言，新芯片有助于强化Mac产品差异化。后续节点取决于具体机型发布安排。</a:t>
            </a:r>
          </a:p>
          <a:p>
            <a:pPr>
              <a:spcAft>
                <a:spcPts val="500"/>
              </a:spcAft>
              <a:defRPr sz="1000">
                <a:solidFill>
                  <a:srgbClr val="0F766E"/>
                </a:solidFill>
              </a:defRPr>
            </a:pPr>
            <a:r>
              <a:t>  ↳ 历史追踪: 首次记录 05月20日 / 累计 2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/>
            </a:pPr>
            <a:r>
              <a:t>[06月02日] Vision Pro渠道调整 (Retail Watch)</a:t>
            </a:r>
          </a:p>
          <a:p>
            <a:pPr>
              <a:spcAft>
                <a:spcPts val="400"/>
              </a:spcAft>
              <a:defRPr sz="1000">
                <a:solidFill>
                  <a:srgbClr val="505050"/>
                </a:solidFill>
              </a:defRPr>
            </a:pPr>
            <a:r>
              <a:t>公开材料暂未披露更多细节。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苹果端侧AI计划推动设备体验升级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808080"/>
                </a:solidFill>
              </a:defRPr>
            </a:pPr>
            <a:r>
              <a:t>专题: Apple  |  来源: Apple Newsroom  |  时间: 06月01日  |  热度: ⭐⭐⭐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【事件核心】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【深度细节/数据支撑】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【行业深远影响】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