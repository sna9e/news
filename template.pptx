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1180" r:id="rId2"/>
    <p:sldId id="1179" r:id="rId3"/>
  </p:sldIdLst>
  <p:sldSz cx="9144000" cy="6858000" type="screen4x3"/>
  <p:notesSz cx="6858000" cy="9144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DengXia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96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  <a:srgbClr val="33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80" autoAdjust="0"/>
    <p:restoredTop sz="84681" autoAdjust="0"/>
  </p:normalViewPr>
  <p:slideViewPr>
    <p:cSldViewPr snapToGrid="0">
      <p:cViewPr varScale="1">
        <p:scale>
          <a:sx n="93" d="100"/>
          <a:sy n="93" d="100"/>
        </p:scale>
        <p:origin x="2346" y="90"/>
      </p:cViewPr>
      <p:guideLst>
        <p:guide orient="horz" pos="696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B27FC228-C330-64E0-22A5-53405FAB82E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kumimoji="1"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AA8C395-7570-BF6C-39B4-9AA993C28B5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kumimoji="1"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F6060903-5EBF-4D93-9F2D-3042DD84AFE1}" type="datetimeFigureOut">
              <a:rPr lang="zh-TW" altLang="en-US"/>
              <a:pPr>
                <a:defRPr/>
              </a:pPr>
              <a:t>2026/3/11</a:t>
            </a:fld>
            <a:endParaRPr lang="zh-TW" altLang="en-US"/>
          </a:p>
        </p:txBody>
      </p:sp>
      <p:sp>
        <p:nvSpPr>
          <p:cNvPr id="4" name="投影片圖像版面配置區 3">
            <a:extLst>
              <a:ext uri="{FF2B5EF4-FFF2-40B4-BE49-F238E27FC236}">
                <a16:creationId xmlns:a16="http://schemas.microsoft.com/office/drawing/2014/main" id="{4EAEEFCB-4FB2-0CE4-28BF-7189972409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>
            <a:extLst>
              <a:ext uri="{FF2B5EF4-FFF2-40B4-BE49-F238E27FC236}">
                <a16:creationId xmlns:a16="http://schemas.microsoft.com/office/drawing/2014/main" id="{C2420206-41F0-3639-0CD1-FD471A3D99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21331F9-46C3-5008-AFE8-511A4D1F0BA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kumimoji="1"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E0FA115-69FB-A07C-BDE3-111D71A6FB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49C220CD-BFDB-4E4E-AF40-09FCAB32A170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2">
            <a:extLst>
              <a:ext uri="{FF2B5EF4-FFF2-40B4-BE49-F238E27FC236}">
                <a16:creationId xmlns:a16="http://schemas.microsoft.com/office/drawing/2014/main" id="{923D7BFA-9163-E7E0-CF6D-257958E61002}"/>
              </a:ext>
            </a:extLst>
          </p:cNvPr>
          <p:cNvSpPr txBox="1"/>
          <p:nvPr/>
        </p:nvSpPr>
        <p:spPr>
          <a:xfrm rot="20713314">
            <a:off x="4600575" y="5157788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" name="文字方塊 19">
            <a:extLst>
              <a:ext uri="{FF2B5EF4-FFF2-40B4-BE49-F238E27FC236}">
                <a16:creationId xmlns:a16="http://schemas.microsoft.com/office/drawing/2014/main" id="{6394F3A9-1A79-AA75-C5AB-CF3DA79A812F}"/>
              </a:ext>
            </a:extLst>
          </p:cNvPr>
          <p:cNvSpPr txBox="1"/>
          <p:nvPr/>
        </p:nvSpPr>
        <p:spPr>
          <a:xfrm rot="20713314">
            <a:off x="112713" y="5181600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4" name="文字方塊 2">
            <a:extLst>
              <a:ext uri="{FF2B5EF4-FFF2-40B4-BE49-F238E27FC236}">
                <a16:creationId xmlns:a16="http://schemas.microsoft.com/office/drawing/2014/main" id="{B73AEC0C-B82F-EE55-146F-594B699CD79C}"/>
              </a:ext>
            </a:extLst>
          </p:cNvPr>
          <p:cNvSpPr txBox="1"/>
          <p:nvPr/>
        </p:nvSpPr>
        <p:spPr>
          <a:xfrm rot="20713314">
            <a:off x="4794250" y="3884613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5" name="文字方塊 2">
            <a:extLst>
              <a:ext uri="{FF2B5EF4-FFF2-40B4-BE49-F238E27FC236}">
                <a16:creationId xmlns:a16="http://schemas.microsoft.com/office/drawing/2014/main" id="{580D456F-6523-4071-776B-0F9AFD9B4F9D}"/>
              </a:ext>
            </a:extLst>
          </p:cNvPr>
          <p:cNvSpPr txBox="1"/>
          <p:nvPr/>
        </p:nvSpPr>
        <p:spPr>
          <a:xfrm rot="20713314">
            <a:off x="-30163" y="4102100"/>
            <a:ext cx="5441951" cy="131603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6" name="文字方塊 2">
            <a:extLst>
              <a:ext uri="{FF2B5EF4-FFF2-40B4-BE49-F238E27FC236}">
                <a16:creationId xmlns:a16="http://schemas.microsoft.com/office/drawing/2014/main" id="{9C1B9055-097F-0FBB-8172-77B20603BAE2}"/>
              </a:ext>
            </a:extLst>
          </p:cNvPr>
          <p:cNvSpPr txBox="1"/>
          <p:nvPr/>
        </p:nvSpPr>
        <p:spPr>
          <a:xfrm rot="20713314">
            <a:off x="4794250" y="2806700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7" name="文字方塊 2">
            <a:extLst>
              <a:ext uri="{FF2B5EF4-FFF2-40B4-BE49-F238E27FC236}">
                <a16:creationId xmlns:a16="http://schemas.microsoft.com/office/drawing/2014/main" id="{71DE71FE-C377-16CF-2063-0E37C3040AC8}"/>
              </a:ext>
            </a:extLst>
          </p:cNvPr>
          <p:cNvSpPr txBox="1"/>
          <p:nvPr/>
        </p:nvSpPr>
        <p:spPr>
          <a:xfrm rot="20713314">
            <a:off x="77788" y="2951163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8" name="文字方塊 2">
            <a:extLst>
              <a:ext uri="{FF2B5EF4-FFF2-40B4-BE49-F238E27FC236}">
                <a16:creationId xmlns:a16="http://schemas.microsoft.com/office/drawing/2014/main" id="{73BE6515-F6A3-7B9B-217C-D4D9A5F9C7A3}"/>
              </a:ext>
            </a:extLst>
          </p:cNvPr>
          <p:cNvSpPr txBox="1"/>
          <p:nvPr/>
        </p:nvSpPr>
        <p:spPr>
          <a:xfrm rot="20713314">
            <a:off x="4811713" y="1652588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9" name="文字方塊 2">
            <a:extLst>
              <a:ext uri="{FF2B5EF4-FFF2-40B4-BE49-F238E27FC236}">
                <a16:creationId xmlns:a16="http://schemas.microsoft.com/office/drawing/2014/main" id="{1FB98C70-949F-1386-1969-8A00164BB36E}"/>
              </a:ext>
            </a:extLst>
          </p:cNvPr>
          <p:cNvSpPr txBox="1"/>
          <p:nvPr/>
        </p:nvSpPr>
        <p:spPr>
          <a:xfrm rot="20713314">
            <a:off x="-12700" y="1652588"/>
            <a:ext cx="5443538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10" name="文字方塊 2">
            <a:extLst>
              <a:ext uri="{FF2B5EF4-FFF2-40B4-BE49-F238E27FC236}">
                <a16:creationId xmlns:a16="http://schemas.microsoft.com/office/drawing/2014/main" id="{1E2B175C-628E-BE87-D589-9A18B55E38B4}"/>
              </a:ext>
            </a:extLst>
          </p:cNvPr>
          <p:cNvSpPr txBox="1"/>
          <p:nvPr/>
        </p:nvSpPr>
        <p:spPr>
          <a:xfrm rot="20713314">
            <a:off x="4524375" y="431800"/>
            <a:ext cx="5441950" cy="131603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C3D359E-AD5E-C2CA-8C89-57FB463B3FBD}"/>
              </a:ext>
            </a:extLst>
          </p:cNvPr>
          <p:cNvSpPr/>
          <p:nvPr/>
        </p:nvSpPr>
        <p:spPr>
          <a:xfrm>
            <a:off x="0" y="6500813"/>
            <a:ext cx="9144000" cy="360362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561" tIns="35780" rIns="71561" bIns="35780" anchor="ctr"/>
          <a:lstStyle/>
          <a:p>
            <a:pPr algn="ctr" defTabSz="81597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/>
          </a:p>
        </p:txBody>
      </p:sp>
      <p:sp>
        <p:nvSpPr>
          <p:cNvPr id="12" name="文字方塊 2">
            <a:extLst>
              <a:ext uri="{FF2B5EF4-FFF2-40B4-BE49-F238E27FC236}">
                <a16:creationId xmlns:a16="http://schemas.microsoft.com/office/drawing/2014/main" id="{85CECC23-295A-534B-5FD2-1F10FFA41D60}"/>
              </a:ext>
            </a:extLst>
          </p:cNvPr>
          <p:cNvSpPr txBox="1"/>
          <p:nvPr/>
        </p:nvSpPr>
        <p:spPr>
          <a:xfrm>
            <a:off x="34925" y="6524625"/>
            <a:ext cx="2049463" cy="3048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1400" b="1" i="1" dirty="0">
                <a:solidFill>
                  <a:srgbClr val="FF000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1400" b="1" i="1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  <p:sp>
        <p:nvSpPr>
          <p:cNvPr id="13" name="投影片編號版面配置區 5">
            <a:extLst>
              <a:ext uri="{FF2B5EF4-FFF2-40B4-BE49-F238E27FC236}">
                <a16:creationId xmlns:a16="http://schemas.microsoft.com/office/drawing/2014/main" id="{AC3C56FE-F6CB-F8AD-AB92-4BE157714C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5475" y="6508750"/>
            <a:ext cx="2133600" cy="36353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1pPr>
            <a:lvl2pPr marL="742950" indent="-28575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2pPr>
            <a:lvl3pPr marL="11430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3pPr>
            <a:lvl4pPr marL="16002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4pPr>
            <a:lvl5pPr marL="20574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5pPr>
            <a:lvl6pPr marL="25146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6pPr>
            <a:lvl7pPr marL="29718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7pPr>
            <a:lvl8pPr marL="34290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8pPr>
            <a:lvl9pPr marL="38862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9pPr>
          </a:lstStyle>
          <a:p>
            <a:pPr algn="r" eaLnBrk="1" hangingPunct="1">
              <a:defRPr/>
            </a:pPr>
            <a:fld id="{C63636A3-D380-4B4C-A341-FFBD27006C24}" type="slidenum">
              <a:rPr lang="zh-TW" altLang="en-US" sz="1400" b="1" smtClean="0">
                <a:solidFill>
                  <a:schemeClr val="bg1"/>
                </a:solidFill>
                <a:ea typeface="新細明體" panose="02020500000000000000" pitchFamily="18" charset="-120"/>
              </a:rPr>
              <a:pPr algn="r" eaLnBrk="1" hangingPunct="1">
                <a:defRPr/>
              </a:pPr>
              <a:t>‹#›</a:t>
            </a:fld>
            <a:endParaRPr lang="zh-TW" altLang="en-US" sz="1400" b="1">
              <a:solidFill>
                <a:schemeClr val="bg1"/>
              </a:solidFill>
              <a:ea typeface="新細明體" panose="02020500000000000000" pitchFamily="18" charset="-120"/>
            </a:endParaRPr>
          </a:p>
        </p:txBody>
      </p:sp>
      <p:pic>
        <p:nvPicPr>
          <p:cNvPr id="14" name="圖片 46">
            <a:extLst>
              <a:ext uri="{FF2B5EF4-FFF2-40B4-BE49-F238E27FC236}">
                <a16:creationId xmlns:a16="http://schemas.microsoft.com/office/drawing/2014/main" id="{9174E2D3-8528-72B9-FBB1-4288AC8B37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88" y="84138"/>
            <a:ext cx="1885950" cy="468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文字版面配置區 2">
            <a:extLst>
              <a:ext uri="{FF2B5EF4-FFF2-40B4-BE49-F238E27FC236}">
                <a16:creationId xmlns:a16="http://schemas.microsoft.com/office/drawing/2014/main" id="{74221F81-1BDC-B67E-5FC4-6652EFE002F7}"/>
              </a:ext>
            </a:extLst>
          </p:cNvPr>
          <p:cNvSpPr>
            <a:spLocks noGrp="1"/>
          </p:cNvSpPr>
          <p:nvPr/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lIns="81558" tIns="40779" rIns="81558" bIns="40779"/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1pPr>
            <a:lvl2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2pPr>
            <a:lvl3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3pPr>
            <a:lvl4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4pPr>
            <a:lvl5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9pPr>
          </a:lstStyle>
          <a:p>
            <a:pPr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         </a:t>
            </a:r>
          </a:p>
          <a:p>
            <a:pPr marL="0" lvl="1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2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3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4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</p:txBody>
      </p:sp>
      <p:sp>
        <p:nvSpPr>
          <p:cNvPr id="16" name="日期版面配置區 3">
            <a:extLst>
              <a:ext uri="{FF2B5EF4-FFF2-40B4-BE49-F238E27FC236}">
                <a16:creationId xmlns:a16="http://schemas.microsoft.com/office/drawing/2014/main" id="{4B669B30-814B-5A33-3566-9D50A2C65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kumimoji="0" sz="1100">
                <a:solidFill>
                  <a:srgbClr val="9A9A9A"/>
                </a:solidFill>
                <a:ea typeface="微軟正黑體" pitchFamily="34" charset="-120"/>
              </a:defRPr>
            </a:lvl1pPr>
          </a:lstStyle>
          <a:p>
            <a:pPr>
              <a:defRPr/>
            </a:pPr>
            <a:fld id="{EF57E355-6122-4644-8CAA-6DA21BBB3E56}" type="datetimeFigureOut">
              <a:rPr lang="zh-TW" altLang="en-US"/>
              <a:pPr>
                <a:defRPr/>
              </a:pPr>
              <a:t>2026/3/11</a:t>
            </a:fld>
            <a:endParaRPr lang="zh-TW" altLang="en-US"/>
          </a:p>
        </p:txBody>
      </p:sp>
      <p:sp>
        <p:nvSpPr>
          <p:cNvPr id="17" name="頁尾版面配置區 4">
            <a:extLst>
              <a:ext uri="{FF2B5EF4-FFF2-40B4-BE49-F238E27FC236}">
                <a16:creationId xmlns:a16="http://schemas.microsoft.com/office/drawing/2014/main" id="{1162E043-7FA0-4FE1-3A3A-2279D7F7F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ctr">
              <a:defRPr kumimoji="0" sz="1100">
                <a:solidFill>
                  <a:srgbClr val="9A9A9A"/>
                </a:solidFill>
                <a:ea typeface="微軟正黑體" pitchFamily="34" charset="-12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18" name="投影片編號版面配置區 5">
            <a:extLst>
              <a:ext uri="{FF2B5EF4-FFF2-40B4-BE49-F238E27FC236}">
                <a16:creationId xmlns:a16="http://schemas.microsoft.com/office/drawing/2014/main" id="{D3B02B63-E104-BD14-8B35-F84FD8D68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5BADC8-D2B6-4B2E-B971-8BCFF00E5F8C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7004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3"/>
            <a:ext cx="7772400" cy="1362076"/>
          </a:xfrm>
          <a:prstGeom prst="rect">
            <a:avLst/>
          </a:prstGeom>
        </p:spPr>
        <p:txBody>
          <a:bodyPr anchor="t"/>
          <a:lstStyle>
            <a:lvl1pPr algn="l">
              <a:defRPr sz="4500" b="1" cap="all"/>
            </a:lvl1pPr>
          </a:lstStyle>
          <a:p>
            <a:r>
              <a:rPr lang="zh-TW" altLang="en-US" noProof="1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300"/>
            </a:lvl1pPr>
            <a:lvl2pPr marL="515620" indent="0">
              <a:buNone/>
              <a:defRPr sz="2000"/>
            </a:lvl2pPr>
            <a:lvl3pPr marL="1031875" indent="0">
              <a:buNone/>
              <a:defRPr sz="1800"/>
            </a:lvl3pPr>
            <a:lvl4pPr marL="1547495" indent="0">
              <a:buNone/>
              <a:defRPr sz="1600"/>
            </a:lvl4pPr>
            <a:lvl5pPr marL="2063115" indent="0">
              <a:buNone/>
              <a:defRPr sz="1600"/>
            </a:lvl5pPr>
            <a:lvl6pPr marL="2579370" indent="0">
              <a:buNone/>
              <a:defRPr sz="1600"/>
            </a:lvl6pPr>
            <a:lvl7pPr marL="3094990" indent="0">
              <a:buNone/>
              <a:defRPr sz="1600"/>
            </a:lvl7pPr>
            <a:lvl8pPr marL="3610610" indent="0">
              <a:buNone/>
              <a:defRPr sz="1600"/>
            </a:lvl8pPr>
            <a:lvl9pPr marL="4126230" indent="0">
              <a:buNone/>
              <a:defRPr sz="1600"/>
            </a:lvl9pPr>
          </a:lstStyle>
          <a:p>
            <a:pPr lvl="0"/>
            <a:r>
              <a:rPr lang="zh-TW" altLang="en-US" noProof="1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1229DF-60C4-8F98-A385-0182DEF1C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540D50-D494-4348-A600-39C62E0DCF31}" type="datetimeFigureOut">
              <a:rPr lang="zh-TW" altLang="en-US"/>
              <a:pPr>
                <a:defRPr/>
              </a:pPr>
              <a:t>2026/3/11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1D9626-CBD6-0704-F89E-DFACC63D6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AC8EB81-659F-2A6A-C733-D3E735EEF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37606A-970F-4D98-9141-20F59D7BD350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128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">
            <a:extLst>
              <a:ext uri="{FF2B5EF4-FFF2-40B4-BE49-F238E27FC236}">
                <a16:creationId xmlns:a16="http://schemas.microsoft.com/office/drawing/2014/main" id="{C30944ED-6B52-E00E-83AF-83F47CD6820D}"/>
              </a:ext>
            </a:extLst>
          </p:cNvPr>
          <p:cNvSpPr txBox="1"/>
          <p:nvPr/>
        </p:nvSpPr>
        <p:spPr>
          <a:xfrm rot="20713314">
            <a:off x="4600575" y="5157788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0" name="文字方塊 2">
            <a:extLst>
              <a:ext uri="{FF2B5EF4-FFF2-40B4-BE49-F238E27FC236}">
                <a16:creationId xmlns:a16="http://schemas.microsoft.com/office/drawing/2014/main" id="{9F2913E0-71C5-809A-DD15-549D54381612}"/>
              </a:ext>
            </a:extLst>
          </p:cNvPr>
          <p:cNvSpPr txBox="1"/>
          <p:nvPr/>
        </p:nvSpPr>
        <p:spPr>
          <a:xfrm rot="20713314">
            <a:off x="112713" y="5181600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1" name="文字方塊 2">
            <a:extLst>
              <a:ext uri="{FF2B5EF4-FFF2-40B4-BE49-F238E27FC236}">
                <a16:creationId xmlns:a16="http://schemas.microsoft.com/office/drawing/2014/main" id="{17E58225-4EFF-CDF2-8CD7-5C1FAACEB4E4}"/>
              </a:ext>
            </a:extLst>
          </p:cNvPr>
          <p:cNvSpPr txBox="1"/>
          <p:nvPr/>
        </p:nvSpPr>
        <p:spPr>
          <a:xfrm rot="20713314">
            <a:off x="4794250" y="3884613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2" name="文字方塊 2">
            <a:extLst>
              <a:ext uri="{FF2B5EF4-FFF2-40B4-BE49-F238E27FC236}">
                <a16:creationId xmlns:a16="http://schemas.microsoft.com/office/drawing/2014/main" id="{01DA5ABD-EBFA-08F0-BAD6-DB62FF5F5842}"/>
              </a:ext>
            </a:extLst>
          </p:cNvPr>
          <p:cNvSpPr txBox="1"/>
          <p:nvPr/>
        </p:nvSpPr>
        <p:spPr>
          <a:xfrm rot="20713314">
            <a:off x="-30163" y="4102100"/>
            <a:ext cx="5441951" cy="131603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3" name="文字方塊 2">
            <a:extLst>
              <a:ext uri="{FF2B5EF4-FFF2-40B4-BE49-F238E27FC236}">
                <a16:creationId xmlns:a16="http://schemas.microsoft.com/office/drawing/2014/main" id="{585B66A9-3789-1C2A-6906-476A8F369D16}"/>
              </a:ext>
            </a:extLst>
          </p:cNvPr>
          <p:cNvSpPr txBox="1"/>
          <p:nvPr/>
        </p:nvSpPr>
        <p:spPr>
          <a:xfrm rot="20713314">
            <a:off x="4794250" y="2806700"/>
            <a:ext cx="5441950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4" name="文字方塊 2">
            <a:extLst>
              <a:ext uri="{FF2B5EF4-FFF2-40B4-BE49-F238E27FC236}">
                <a16:creationId xmlns:a16="http://schemas.microsoft.com/office/drawing/2014/main" id="{97B727A5-F41C-3F8F-10A0-C89F4D6B4B16}"/>
              </a:ext>
            </a:extLst>
          </p:cNvPr>
          <p:cNvSpPr txBox="1"/>
          <p:nvPr/>
        </p:nvSpPr>
        <p:spPr>
          <a:xfrm rot="20713314">
            <a:off x="77788" y="2951163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5" name="文字方塊 2">
            <a:extLst>
              <a:ext uri="{FF2B5EF4-FFF2-40B4-BE49-F238E27FC236}">
                <a16:creationId xmlns:a16="http://schemas.microsoft.com/office/drawing/2014/main" id="{B34D36B5-5D90-5EBE-B322-738B64AB5D72}"/>
              </a:ext>
            </a:extLst>
          </p:cNvPr>
          <p:cNvSpPr txBox="1"/>
          <p:nvPr/>
        </p:nvSpPr>
        <p:spPr>
          <a:xfrm rot="20713314">
            <a:off x="4811713" y="1652588"/>
            <a:ext cx="5443537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6" name="文字方塊 2">
            <a:extLst>
              <a:ext uri="{FF2B5EF4-FFF2-40B4-BE49-F238E27FC236}">
                <a16:creationId xmlns:a16="http://schemas.microsoft.com/office/drawing/2014/main" id="{9424ABC4-E622-C123-F037-BB9E625922EC}"/>
              </a:ext>
            </a:extLst>
          </p:cNvPr>
          <p:cNvSpPr txBox="1"/>
          <p:nvPr/>
        </p:nvSpPr>
        <p:spPr>
          <a:xfrm rot="20713314">
            <a:off x="-12700" y="1652588"/>
            <a:ext cx="5443538" cy="13176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37" name="文字方塊 2">
            <a:extLst>
              <a:ext uri="{FF2B5EF4-FFF2-40B4-BE49-F238E27FC236}">
                <a16:creationId xmlns:a16="http://schemas.microsoft.com/office/drawing/2014/main" id="{26EFE06F-18AA-9DDA-EF16-E56F92EEBE1B}"/>
              </a:ext>
            </a:extLst>
          </p:cNvPr>
          <p:cNvSpPr txBox="1"/>
          <p:nvPr/>
        </p:nvSpPr>
        <p:spPr>
          <a:xfrm rot="20713314">
            <a:off x="4524375" y="431800"/>
            <a:ext cx="5441950" cy="131603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3500" dirty="0">
                <a:solidFill>
                  <a:srgbClr val="F0F0F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3500" dirty="0">
              <a:solidFill>
                <a:srgbClr val="F0F0F0"/>
              </a:solidFill>
              <a:cs typeface="Arial" panose="020B0604020202020204" pitchFamily="34" charset="0"/>
            </a:endParaRPr>
          </a:p>
        </p:txBody>
      </p:sp>
      <p:sp>
        <p:nvSpPr>
          <p:cNvPr id="1035" name="文字版面配置區 2">
            <a:extLst>
              <a:ext uri="{FF2B5EF4-FFF2-40B4-BE49-F238E27FC236}">
                <a16:creationId xmlns:a16="http://schemas.microsoft.com/office/drawing/2014/main" id="{7768EFAB-F707-5396-332D-9250673BF8B8}"/>
              </a:ext>
            </a:extLst>
          </p:cNvPr>
          <p:cNvSpPr>
            <a:spLocks noGrp="1"/>
          </p:cNvSpPr>
          <p:nvPr/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lIns="81558" tIns="40779" rIns="81558" bIns="40779"/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1pPr>
            <a:lvl2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2pPr>
            <a:lvl3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3pPr>
            <a:lvl4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4pPr>
            <a:lvl5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DengXian" pitchFamily="2" charset="-122"/>
              </a:defRPr>
            </a:lvl9pPr>
          </a:lstStyle>
          <a:p>
            <a:pPr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         </a:t>
            </a:r>
          </a:p>
          <a:p>
            <a:pPr marL="0" lvl="1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2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3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  <a:p>
            <a:pPr marL="0" lvl="4">
              <a:lnSpc>
                <a:spcPct val="90000"/>
              </a:lnSpc>
              <a:defRPr/>
            </a:pPr>
            <a:r>
              <a:rPr kumimoji="0" lang="zh-TW" altLang="en-US" sz="4400">
                <a:ea typeface="標楷體" pitchFamily="65" charset="-120"/>
                <a:cs typeface="DengXian Light" panose="02010600030101010101" pitchFamily="2" charset="-122"/>
              </a:rPr>
              <a:t>   </a:t>
            </a:r>
          </a:p>
        </p:txBody>
      </p:sp>
      <p:sp>
        <p:nvSpPr>
          <p:cNvPr id="40" name="日期版面配置區 3">
            <a:extLst>
              <a:ext uri="{FF2B5EF4-FFF2-40B4-BE49-F238E27FC236}">
                <a16:creationId xmlns:a16="http://schemas.microsoft.com/office/drawing/2014/main" id="{252D3B31-3330-F781-1E54-A7F9215E71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3538"/>
          </a:xfrm>
          <a:prstGeom prst="rect">
            <a:avLst/>
          </a:prstGeom>
        </p:spPr>
        <p:txBody>
          <a:bodyPr vert="horz" wrap="square" lIns="81558" tIns="40779" rIns="81558" bIns="40779" numCol="1" anchor="ctr" anchorCtr="0" compatLnSpc="1"/>
          <a:lstStyle>
            <a:lvl1pPr eaLnBrk="1" hangingPunct="1">
              <a:defRPr kumimoji="0" sz="1100">
                <a:solidFill>
                  <a:srgbClr val="9A9A9A"/>
                </a:solidFill>
                <a:latin typeface="Arial" panose="020B0604020202020204" pitchFamily="34" charset="0"/>
                <a:ea typeface="微軟正黑體" pitchFamily="34" charset="-120"/>
                <a:cs typeface="等线"/>
              </a:defRPr>
            </a:lvl1pPr>
          </a:lstStyle>
          <a:p>
            <a:pPr>
              <a:defRPr/>
            </a:pPr>
            <a:fld id="{777F4BFF-205D-4698-B3AE-06F9B1B81B42}" type="datetimeFigureOut">
              <a:rPr lang="zh-TW" altLang="en-US"/>
              <a:pPr>
                <a:defRPr/>
              </a:pPr>
              <a:t>2026/3/11</a:t>
            </a:fld>
            <a:endParaRPr lang="zh-TW" altLang="en-US"/>
          </a:p>
        </p:txBody>
      </p:sp>
      <p:sp>
        <p:nvSpPr>
          <p:cNvPr id="41" name="頁尾版面配置區 4">
            <a:extLst>
              <a:ext uri="{FF2B5EF4-FFF2-40B4-BE49-F238E27FC236}">
                <a16:creationId xmlns:a16="http://schemas.microsoft.com/office/drawing/2014/main" id="{EDE85D0E-A600-8594-B618-5C5E289A53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3538"/>
          </a:xfrm>
          <a:prstGeom prst="rect">
            <a:avLst/>
          </a:prstGeom>
        </p:spPr>
        <p:txBody>
          <a:bodyPr vert="horz" wrap="square" lIns="81558" tIns="40779" rIns="81558" bIns="40779" numCol="1" anchor="ctr" anchorCtr="0" compatLnSpc="1"/>
          <a:lstStyle>
            <a:lvl1pPr algn="ctr" eaLnBrk="1" hangingPunct="1">
              <a:defRPr kumimoji="0" sz="1100">
                <a:solidFill>
                  <a:srgbClr val="9A9A9A"/>
                </a:solidFill>
                <a:latin typeface="Arial" panose="020B0604020202020204" pitchFamily="34" charset="0"/>
                <a:ea typeface="微軟正黑體" pitchFamily="34" charset="-120"/>
                <a:cs typeface="等线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42" name="投影片編號版面配置區 5">
            <a:extLst>
              <a:ext uri="{FF2B5EF4-FFF2-40B4-BE49-F238E27FC236}">
                <a16:creationId xmlns:a16="http://schemas.microsoft.com/office/drawing/2014/main" id="{E2526600-E826-D15B-87E1-3E91A95E66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3538"/>
          </a:xfrm>
          <a:prstGeom prst="rect">
            <a:avLst/>
          </a:prstGeom>
        </p:spPr>
        <p:txBody>
          <a:bodyPr vert="horz" wrap="square" lIns="81558" tIns="40779" rIns="81558" bIns="4077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100">
                <a:solidFill>
                  <a:srgbClr val="9A9A9A"/>
                </a:solidFill>
                <a:ea typeface="微軟正黑體" panose="020B0604030504040204" pitchFamily="34" charset="-120"/>
              </a:defRPr>
            </a:lvl1pPr>
          </a:lstStyle>
          <a:p>
            <a:pPr>
              <a:defRPr/>
            </a:pPr>
            <a:fld id="{B7E51F3F-4237-43DE-A43A-7ADBC8DF9BD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91AC8D7-F63E-A8A4-99A0-0187FF5659E0}"/>
              </a:ext>
            </a:extLst>
          </p:cNvPr>
          <p:cNvSpPr/>
          <p:nvPr/>
        </p:nvSpPr>
        <p:spPr>
          <a:xfrm>
            <a:off x="0" y="6500813"/>
            <a:ext cx="9144000" cy="360362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561" tIns="35780" rIns="71561" bIns="35780" anchor="ctr"/>
          <a:lstStyle/>
          <a:p>
            <a:pPr algn="ctr" defTabSz="81597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/>
          </a:p>
        </p:txBody>
      </p:sp>
      <p:pic>
        <p:nvPicPr>
          <p:cNvPr id="1040" name="圖片 15">
            <a:extLst>
              <a:ext uri="{FF2B5EF4-FFF2-40B4-BE49-F238E27FC236}">
                <a16:creationId xmlns:a16="http://schemas.microsoft.com/office/drawing/2014/main" id="{FFF0851C-8DE7-DB22-76E7-3C255239F6B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88" y="84138"/>
            <a:ext cx="1885950" cy="468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" name="文字方塊 2">
            <a:extLst>
              <a:ext uri="{FF2B5EF4-FFF2-40B4-BE49-F238E27FC236}">
                <a16:creationId xmlns:a16="http://schemas.microsoft.com/office/drawing/2014/main" id="{E6B1B0C0-603B-CBED-2880-0CC7113F0FF4}"/>
              </a:ext>
            </a:extLst>
          </p:cNvPr>
          <p:cNvSpPr txBox="1"/>
          <p:nvPr/>
        </p:nvSpPr>
        <p:spPr>
          <a:xfrm>
            <a:off x="34925" y="6524625"/>
            <a:ext cx="2049463" cy="3048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defRPr/>
            </a:pPr>
            <a:r>
              <a:rPr kumimoji="1" lang="en-US" altLang="zh-CN" sz="1400" b="1" i="1" dirty="0">
                <a:solidFill>
                  <a:srgbClr val="FF0000"/>
                </a:solidFill>
                <a:cs typeface="Arial" panose="020B0604020202020204" pitchFamily="34" charset="0"/>
              </a:rPr>
              <a:t>AVARY Confidential B</a:t>
            </a:r>
            <a:endParaRPr kumimoji="1" lang="zh-TW" altLang="en-US" sz="1400" b="1" i="1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  <p:sp>
        <p:nvSpPr>
          <p:cNvPr id="1042" name="投影片編號版面配置區 5">
            <a:extLst>
              <a:ext uri="{FF2B5EF4-FFF2-40B4-BE49-F238E27FC236}">
                <a16:creationId xmlns:a16="http://schemas.microsoft.com/office/drawing/2014/main" id="{7B805B60-74C8-3B53-0DF0-80C7E80271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5475" y="6508750"/>
            <a:ext cx="2133600" cy="36353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1pPr>
            <a:lvl2pPr marL="742950" indent="-28575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2pPr>
            <a:lvl3pPr marL="11430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3pPr>
            <a:lvl4pPr marL="16002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4pPr>
            <a:lvl5pPr marL="2057400" indent="-228600" defTabSz="814388"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5pPr>
            <a:lvl6pPr marL="25146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6pPr>
            <a:lvl7pPr marL="29718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7pPr>
            <a:lvl8pPr marL="34290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8pPr>
            <a:lvl9pPr marL="3886200" indent="-228600" defTabSz="8143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DengXian" panose="02010600030101010101" pitchFamily="2" charset="-122"/>
              </a:defRPr>
            </a:lvl9pPr>
          </a:lstStyle>
          <a:p>
            <a:pPr algn="r" eaLnBrk="1" hangingPunct="1">
              <a:defRPr/>
            </a:pPr>
            <a:fld id="{62596FCA-135C-465C-81F7-DCFB5C16D203}" type="slidenum">
              <a:rPr lang="zh-TW" altLang="en-US" sz="1400" b="1" smtClean="0">
                <a:solidFill>
                  <a:schemeClr val="bg1"/>
                </a:solidFill>
                <a:ea typeface="新細明體" panose="02020500000000000000" pitchFamily="18" charset="-120"/>
              </a:rPr>
              <a:pPr algn="r" eaLnBrk="1" hangingPunct="1">
                <a:defRPr/>
              </a:pPr>
              <a:t>‹#›</a:t>
            </a:fld>
            <a:endParaRPr lang="zh-TW" altLang="en-US" sz="1400" b="1">
              <a:solidFill>
                <a:schemeClr val="bg1"/>
              </a:solidFill>
              <a:ea typeface="新細明體" panose="02020500000000000000" pitchFamily="18" charset="-12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7" r:id="rId2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DengXian Light" panose="02010600030101010101" pitchFamily="2" charset="-122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標楷體" pitchFamily="65" charset="-120"/>
          <a:cs typeface="DengXian Light" panose="02010600030101010101" pitchFamily="2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標楷體" pitchFamily="65" charset="-120"/>
          <a:cs typeface="DengXian Light" panose="02010600030101010101" pitchFamily="2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標楷體" pitchFamily="65" charset="-120"/>
          <a:cs typeface="DengXian Light" panose="02010600030101010101" pitchFamily="2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標楷體" pitchFamily="65" charset="-120"/>
          <a:cs typeface="DengXian Light" panose="02010600030101010101" pitchFamily="2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/>
          <a:ea typeface="等线 Light"/>
          <a:cs typeface="等线 Light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/>
          <a:ea typeface="等线 Light"/>
          <a:cs typeface="等线 Light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/>
          <a:ea typeface="等线 Light"/>
          <a:cs typeface="等线 Light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等线 Light"/>
          <a:ea typeface="等线 Light"/>
          <a:cs typeface="等线 Light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DengXian" pitchFamily="2" charset="-122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DengXian" pitchFamily="2" charset="-122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DengXian" pitchFamily="2" charset="-122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DengXian" pitchFamily="2" charset="-122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DengXian" pitchFamily="2" charset="-122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33E527-674D-3B4D-D969-94E169C74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2663"/>
            <a:ext cx="7772400" cy="1362075"/>
          </a:xfrm>
        </p:spPr>
        <p:txBody>
          <a:bodyPr/>
          <a:lstStyle/>
          <a:p>
            <a:pPr>
              <a:defRPr/>
            </a:pPr>
            <a:endParaRPr lang="zh-CN" altLang="en-US" dirty="0"/>
          </a:p>
        </p:txBody>
      </p:sp>
      <p:sp>
        <p:nvSpPr>
          <p:cNvPr id="4099" name="文本占位符 2">
            <a:extLst>
              <a:ext uri="{FF2B5EF4-FFF2-40B4-BE49-F238E27FC236}">
                <a16:creationId xmlns:a16="http://schemas.microsoft.com/office/drawing/2014/main" id="{94969F18-5314-944B-327B-D2E64C40DA1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9788" y="3013075"/>
            <a:ext cx="7772400" cy="150018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365E62-5268-676E-09E1-FD6550B13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982663"/>
            <a:ext cx="7772400" cy="1362075"/>
          </a:xfrm>
        </p:spPr>
        <p:txBody>
          <a:bodyPr/>
          <a:lstStyle/>
          <a:p>
            <a:pPr>
              <a:defRPr/>
            </a:pPr>
            <a:endParaRPr lang="zh-CN" altLang="en-US" dirty="0"/>
          </a:p>
        </p:txBody>
      </p:sp>
      <p:sp>
        <p:nvSpPr>
          <p:cNvPr id="5123" name="文本占位符 2">
            <a:extLst>
              <a:ext uri="{FF2B5EF4-FFF2-40B4-BE49-F238E27FC236}">
                <a16:creationId xmlns:a16="http://schemas.microsoft.com/office/drawing/2014/main" id="{C479E399-1C5B-BFF8-2139-FA462C883A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1850" y="3505200"/>
            <a:ext cx="7772400" cy="150018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现要求">
      <a:majorFont>
        <a:latin typeface="Arial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gradFill rotWithShape="1">
          <a:gsLst>
            <a:gs pos="0">
              <a:srgbClr val="FFCC99"/>
            </a:gs>
            <a:gs pos="50000">
              <a:schemeClr val="bg1"/>
            </a:gs>
            <a:gs pos="100000">
              <a:srgbClr val="FFCC99"/>
            </a:gs>
          </a:gsLst>
          <a:lin ang="5400000" scaled="1"/>
        </a:gradFill>
        <a:ln w="9525" algn="ctr">
          <a:noFill/>
          <a:miter lim="800000"/>
        </a:ln>
      </a:spPr>
      <a:bodyPr wrap="none" lIns="91420" tIns="45711" rIns="91420" bIns="45711" anchor="ctr"/>
      <a:lstStyle>
        <a:defPPr>
          <a:defRPr sz="1400" b="1">
            <a:latin typeface="+mn-lt"/>
            <a:ea typeface="+mn-ea"/>
            <a:cs typeface="Arial" panose="020B0604020202020204" pitchFamily="34" charset="0"/>
          </a:defRPr>
        </a:defPPr>
      </a:lstStyle>
    </a:spDef>
    <a:txDef>
      <a:spPr>
        <a:noFill/>
      </a:spPr>
      <a:bodyPr wrap="square" rtlCol="0">
        <a:spAutoFit/>
      </a:bodyPr>
      <a:lstStyle>
        <a:defPPr>
          <a:defRPr sz="1400" dirty="0" smtClean="0">
            <a:ea typeface="標楷體" pitchFamily="65" charset="-12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4125</TotalTime>
  <Words>0</Words>
  <Application>Microsoft Office PowerPoint</Application>
  <PresentationFormat>全屏显示(4:3)</PresentationFormat>
  <Paragraphs>0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1" baseType="lpstr">
      <vt:lpstr>Arial</vt:lpstr>
      <vt:lpstr>DengXian</vt:lpstr>
      <vt:lpstr>標楷體</vt:lpstr>
      <vt:lpstr>DengXian Light</vt:lpstr>
      <vt:lpstr>Calibri</vt:lpstr>
      <vt:lpstr>SimSun</vt:lpstr>
      <vt:lpstr>微軟正黑體</vt:lpstr>
      <vt:lpstr>新細明體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成艺 杨</dc:creator>
  <cp:lastModifiedBy>wz zhao</cp:lastModifiedBy>
  <cp:revision>251</cp:revision>
  <dcterms:created xsi:type="dcterms:W3CDTF">2025-08-29T16:05:50Z</dcterms:created>
  <dcterms:modified xsi:type="dcterms:W3CDTF">2026-03-11T09:29:39Z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2052-0.0.0.0</vt:lpwstr>
  </property>
</Properties>
</file>